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62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9144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097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097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5097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5097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646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2646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2646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2646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2646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42646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42646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90195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0195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90195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90195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90195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90195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90195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37744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37744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37744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37744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85292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85292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85292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85292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85292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85292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85292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32841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32841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32841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32841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32841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32841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332841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80390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380390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80390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80390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380390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380390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80390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27939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27939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27939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27939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27939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27939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27939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475488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75488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75488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75488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475488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475488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475488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523036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523036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23036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23036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23036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23036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23036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570585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70585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70585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570585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570585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570585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570585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618134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618134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618134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618134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18134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618134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618134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665683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665683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665683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665683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665683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665683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665683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713232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713232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713232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713232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713232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713232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713232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760780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760780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760780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760780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760780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760780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760780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808329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808329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808329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808329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808329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808329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808329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855878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855878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855878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855878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855878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855878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855878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903427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903427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903427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903427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903427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903427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903427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640080" y="914400"/>
            <a:ext cx="2377440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40080" y="914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FULL STACK AI COURSE</a:t>
            </a:r>
            <a:endParaRPr lang="en-US" sz="800" dirty="0"/>
          </a:p>
        </p:txBody>
      </p:sp>
      <p:sp>
        <p:nvSpPr>
          <p:cNvPr id="206" name="Text 204"/>
          <p:cNvSpPr/>
          <p:nvPr/>
        </p:nvSpPr>
        <p:spPr>
          <a:xfrm>
            <a:off x="548640" y="12344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AI,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LangChain,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AI Agents</a:t>
            </a:r>
            <a:endParaRPr lang="en-US" sz="4400" dirty="0"/>
          </a:p>
        </p:txBody>
      </p:sp>
      <p:sp>
        <p:nvSpPr>
          <p:cNvPr id="207" name="Text 205"/>
          <p:cNvSpPr/>
          <p:nvPr/>
        </p:nvSpPr>
        <p:spPr>
          <a:xfrm>
            <a:off x="54864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Agentic AI with Real-World Examples</a:t>
            </a:r>
            <a:endParaRPr lang="en-US" sz="1600" dirty="0"/>
          </a:p>
        </p:txBody>
      </p:sp>
      <p:sp>
        <p:nvSpPr>
          <p:cNvPr id="208" name="Shape 206"/>
          <p:cNvSpPr/>
          <p:nvPr/>
        </p:nvSpPr>
        <p:spPr>
          <a:xfrm>
            <a:off x="7223760" y="640080"/>
            <a:ext cx="9144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9" name="Text 207"/>
          <p:cNvSpPr/>
          <p:nvPr/>
        </p:nvSpPr>
        <p:spPr>
          <a:xfrm>
            <a:off x="7223760" y="6400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8229600" y="640080"/>
            <a:ext cx="9144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8229600" y="6400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7223760" y="2011680"/>
            <a:ext cx="9144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3" name="Text 211"/>
          <p:cNvSpPr/>
          <p:nvPr/>
        </p:nvSpPr>
        <p:spPr>
          <a:xfrm>
            <a:off x="7223760" y="2011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8229600" y="2011680"/>
            <a:ext cx="9144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229600" y="2011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7223760" y="3383280"/>
            <a:ext cx="9144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7" name="Text 215"/>
          <p:cNvSpPr/>
          <p:nvPr/>
        </p:nvSpPr>
        <p:spPr>
          <a:xfrm>
            <a:off x="7223760" y="33832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900" dirty="0"/>
          </a:p>
        </p:txBody>
      </p:sp>
      <p:sp>
        <p:nvSpPr>
          <p:cNvPr id="218" name="Shape 216"/>
          <p:cNvSpPr/>
          <p:nvPr/>
        </p:nvSpPr>
        <p:spPr>
          <a:xfrm>
            <a:off x="8229600" y="3383280"/>
            <a:ext cx="9144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229600" y="33832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4114800" cy="32004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3200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artificial intelligence that can create new content across multiple formats: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3749040" cy="29260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770632"/>
            <a:ext cx="3749040" cy="29260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7797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Images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118104"/>
            <a:ext cx="3749040" cy="29260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465576"/>
            <a:ext cx="3749040" cy="29260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Audio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813048"/>
            <a:ext cx="3749040" cy="29260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3840480" cy="32004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23444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737360"/>
            <a:ext cx="356616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by OpenAI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249424"/>
            <a:ext cx="356616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22677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26771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AI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2761488"/>
            <a:ext cx="356616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74920" y="27797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277977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AI assistant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3273552"/>
            <a:ext cx="356616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329184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2918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completion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3785616"/>
            <a:ext cx="356616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74920" y="380390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380390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 Generative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solidFill>
            <a:srgbClr val="1A103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solidFill>
            <a:srgbClr val="0A203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365760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36576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365760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450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450592"/>
            <a:ext cx="36576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450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Image Creation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365760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1638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3163824"/>
            <a:ext cx="36576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31638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877056"/>
            <a:ext cx="365760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8770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Output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3877056"/>
            <a:ext cx="36576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8770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Output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120640" cy="12801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Large Language 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massive amounts of text data to understand and generate human-like language at scale.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LLMs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600200" cy="7315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27248"/>
            <a:ext cx="320040" cy="320040"/>
          </a:xfrm>
          <a:prstGeom prst="ellipse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0723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33924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017520"/>
            <a:ext cx="1600200" cy="7315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3127248"/>
            <a:ext cx="320040" cy="3200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33472" y="30723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33472" y="33924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017520"/>
            <a:ext cx="1600200" cy="7315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3127248"/>
            <a:ext cx="320040" cy="320040"/>
          </a:xfrm>
          <a:prstGeom prst="ellipse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70832" y="30723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70832" y="33924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1600200" cy="7315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041648"/>
            <a:ext cx="320040" cy="32004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9867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4306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3931920"/>
            <a:ext cx="1600200" cy="7315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0" y="4041648"/>
            <a:ext cx="320040" cy="320040"/>
          </a:xfrm>
          <a:prstGeom prst="ellipse">
            <a:avLst/>
          </a:prstGeom>
          <a:solidFill>
            <a:srgbClr val="F43F5E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633472" y="39867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33472" y="4306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118872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1280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179222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1792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17373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52360" y="173736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 from user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62472" y="2075688"/>
            <a:ext cx="0" cy="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943600" y="226771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81928" y="22128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52360" y="22128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 into tokens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2472" y="2551176"/>
            <a:ext cx="0" cy="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943600" y="27432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81928" y="26883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52360" y="268833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62472" y="3026664"/>
            <a:ext cx="0" cy="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943600" y="32186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81928" y="31638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452360" y="316382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 selection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62472" y="3502152"/>
            <a:ext cx="0" cy="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5943600" y="369417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0" y="3694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81928" y="3639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52360" y="36393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 text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OpenAI API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246888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2340864"/>
            <a:ext cx="0" cy="30175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4688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651760"/>
            <a:ext cx="246888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3209544"/>
            <a:ext cx="0" cy="30175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3375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520440"/>
            <a:ext cx="246888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188720"/>
            <a:ext cx="530352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188720"/>
            <a:ext cx="530352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20700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example.py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16002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OpenAI(api_key="KEY")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model="gpt-3.5-turbo",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 "Write email"}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print(response.choices[0]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.message.content)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LangChain?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a framework for building AI-powered applications. 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234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LangChain is NOT an LLM — It works WITH LLMs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200400" cy="2743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697480"/>
            <a:ext cx="292608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6974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145536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</a:rPr>
              <a:t>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292608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2461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Framework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694176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</a:rPr>
              <a:t>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794760"/>
            <a:ext cx="292608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7947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Ollama / Gemini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242816"/>
            <a:ext cx="411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343400"/>
            <a:ext cx="292608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43434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Simplifies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0" y="2606040"/>
            <a:ext cx="233172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2752344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2606040"/>
            <a:ext cx="233172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46520" y="275234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0" y="3291840"/>
            <a:ext cx="233172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31920" y="343814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3291840"/>
            <a:ext cx="233172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3438144"/>
            <a:ext cx="256032" cy="25603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840480" y="3977640"/>
            <a:ext cx="233172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31920" y="412394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25196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55080" y="3977640"/>
            <a:ext cx="233172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4123944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vs LangChain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34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OpenAI 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23590" y="1234440"/>
            <a:ext cx="166055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234440"/>
            <a:ext cx="19824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LangChain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46951" y="1234440"/>
            <a:ext cx="15398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Framework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228600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2148840"/>
            <a:ext cx="2743200" cy="502920"/>
          </a:xfrm>
          <a:prstGeom prst="rect">
            <a:avLst/>
          </a:prstGeom>
          <a:solidFill>
            <a:srgbClr val="2A1A0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OpenAI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2148840"/>
            <a:ext cx="2743200" cy="502920"/>
          </a:xfrm>
          <a:prstGeom prst="rect">
            <a:avLst/>
          </a:prstGeom>
          <a:solidFill>
            <a:srgbClr val="1A103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2860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0" y="2697480"/>
            <a:ext cx="27432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2697480"/>
            <a:ext cx="27432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5216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09544"/>
            <a:ext cx="22860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095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3209544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32095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3209544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52160" y="32095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21608"/>
            <a:ext cx="22860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7216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Support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0" y="3721608"/>
            <a:ext cx="27432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26080" y="3721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implement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52160" y="3721608"/>
            <a:ext cx="27432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52160" y="3721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233672"/>
            <a:ext cx="22860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2336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4233672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26080" y="4233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52160" y="4233672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52160" y="4233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745736"/>
            <a:ext cx="22860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7457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26080" y="4745736"/>
            <a:ext cx="27432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26080" y="4745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852160" y="4745736"/>
            <a:ext cx="2743200" cy="457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52160" y="4745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=  Retrieval Augmented Generation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737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54864" cy="17373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 with LLMs Alone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 (make things up)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 / private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80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issues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023360" cy="1737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73736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2128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real documents before generating a response — grounding the AI in facts.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128016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01952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01952" y="4023360"/>
            <a:ext cx="128016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901952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82112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46704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46704" y="4023360"/>
            <a:ext cx="12801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346704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26864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91456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4023360"/>
            <a:ext cx="12801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71616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6208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4023360"/>
            <a:ext cx="128016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08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16368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80960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80960" y="4023360"/>
            <a:ext cx="12801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=  LLM  +  Tools  +  Memory  +  Reasoning  +  Decision Making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Capabilities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51760" cy="10058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databases,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651760" cy="10058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2606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69080" y="2560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Memory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651760" cy="10058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606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2560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execution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2651760" cy="10058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749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information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611880"/>
            <a:ext cx="2651760" cy="10058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3749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069080" y="3703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6908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2651760" cy="10058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3749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49440" y="3703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Tasks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operation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BE80E6-CAB7-451F-89BC-3E076ACD5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2" y="313732"/>
            <a:ext cx="8390535" cy="451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1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SLIDE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= Autonomous multi-step AI system capable of planning, deciding &amp; executing complex workflows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029200" cy="2743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2743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8483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Real-World: Travel Planner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 available flights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destination weather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2552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VISA requirements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6210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day-by-day itinerary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9867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Suggest &amp; book hotels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3525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Send confirmation email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without manual intervention 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011680"/>
            <a:ext cx="3017520" cy="2743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2011680"/>
            <a:ext cx="54864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0848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→ Agentic Journey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25237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28529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31821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35112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8404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LangChain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41696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44988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Agentic AI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7315200" cy="73152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641348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FINAL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54864" cy="5120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— text, images, code, audio, video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41148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— understands &amp; generates human language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1148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23160"/>
            <a:ext cx="41148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framework — simplifies building AI apps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23160"/>
            <a:ext cx="4114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 — grounds AI in real documents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4114800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4160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Tools + Memory — performs real-world tasks autonomously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657600"/>
            <a:ext cx="411480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4160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workflow system — no human intervention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Think with Agents. Scale with Agentic Systems.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674</Words>
  <Application>Microsoft Office PowerPoint</Application>
  <PresentationFormat>On-screen Show (16:9)</PresentationFormat>
  <Paragraphs>230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AI, LLM, LangChain, RAG &amp; AI Agents</dc:title>
  <dc:subject>PptxGenJS Presentation</dc:subject>
  <dc:creator>PptxGenJS</dc:creator>
  <cp:lastModifiedBy>User</cp:lastModifiedBy>
  <cp:revision>3</cp:revision>
  <dcterms:created xsi:type="dcterms:W3CDTF">2026-05-17T01:04:32Z</dcterms:created>
  <dcterms:modified xsi:type="dcterms:W3CDTF">2026-07-06T00:27:08Z</dcterms:modified>
</cp:coreProperties>
</file>